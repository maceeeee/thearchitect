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GreenBite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"Essen neu denken."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— Frühjahr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Hoffmann &amp; Marco Reiter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Jeder redet über Nachhaltigkeit, aber beim Essen hört es auf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Der Kühlschrank ist voll, aber 40% landet im Müll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"Bio" und "Regional" sind Buzzwords geworden — keiner versteht mehr was dahinter steckt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Familien mit Kindern wollen gesund kochen, haben aber keine Zeit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 gibt 1000 Rezept-Apps, aber keine die wirklich das Einkaufsverhalten ändert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Vision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wollen die Art und Weise verändern, wie Menschen über Essen nachdenken.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GreenBite verbindet irgendwie Technologie mit bewusstem Konsum.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dir vor: Du öffnest den Kühlschrank und weißt genau was du kochen sollst,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du nachkaufen musst, und was bald abläuft.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Waste. Mehr Taste. 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bauen (glaube wir)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Eine App? Vielleicht auch ein Hardware-Ding für den Kühlschrank?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Rezeptvorschläge basierend auf dem was man zu Hause hat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Irgendeine KI die Lebensmittel erkennt (Kamera? Barcode? Beides?)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Einkaufslisten die sich automatisch generieren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Vielleicht ein Abo-Modell mit Lieferservice-Partnern?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Gamification — Punkte für weniger Foodwaste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Community-Features wären auch cool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(28) — "Die mit den Ideen"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Studium: Irgendwas mit Medien. Hat mal bei einem Food-Blog gearbeitet.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Macht: Design, Social Media, "Strategie"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(31) — "Der Techie"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Kann programmieren. React, Python, "ein bisschen ML".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Hat vorher bei einer Agentur gearbeitet.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gesucht: Jemand der sich mit Lebensmitteln auskennt?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Vielleicht ein BWLer irgendwann.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&amp; Zahlen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"Alle Menschen die essen" → 8 Mrd.?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Deutschland, Österreich, Schweiz — ca. 100 Mio.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Wenn davon 0.1% unsere App nutzen = 100.000 User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Too Good To Go — aber die sind nur B2B/Restaurant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HelloFresh — zu teuer und Kochbox ist nicht unser Ding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Bring! — nur Einkaufsliste, keine Intelligenz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"Wir sind einzigartig weil wir alles kombinieren"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Finanzen &amp; so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Aktuell: Bootstrapped, wir machen alles selber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Brauchen wahrscheinlich: "so 50-100k für den Anfang"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Laufende Kosten: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Server: "kommt drauf an"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Lisa braucht irgendwann ein Gehalt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Marco auch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Abo-Modell? Freemium? Werbung? Affiliate?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Müssen wir noch rausfinden.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"Innerhalb von 2 Jahren wäre nice"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(Stand: letzte Woche)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Native (oder Flutter? Marco kann sich nicht entscheiden)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Node.js, vielleicht Django später wenn ML dazukommt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Datenbank: PostgreSQL oder MongoDB — "muss man mal schauen"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ML/KI: TensorFlow für Bilderkennung (irgendwann)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 AWS Free Tier erstmal, dann mal sehen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Payments: Stripe wahrscheinlich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 existiert: Ein Figma-Prototyp und ein halbes React-Projekt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MVP bauen (App mit Grundfunktionen)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Beta-Tester finden (Freunde, Familie, Instagram)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Feedback einarbeiten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"Richtig launchen"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Investoren suchen? Oder erstmal organisch wachsen?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Partnerschaften mit Supermärkten (REWE? Edeka? Aldi?)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Expansion in andere Länder (irgendwann)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"So schnell wie möglich"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talk! 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Hoffmann — lisa@greenbite.de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Reiter — marco@greenbite.de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@greenbite_app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www.greenbite.de (coming soon)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GreenBite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Lisa &amp; Marco</dc:creator>
  <cp:lastModifiedBy>Lisa &amp; Marco</cp:lastModifiedBy>
  <cp:revision>1</cp:revision>
  <dcterms:created xsi:type="dcterms:W3CDTF">2026-03-27T21:24:15Z</dcterms:created>
  <dcterms:modified xsi:type="dcterms:W3CDTF">2026-03-27T21:24:15Z</dcterms:modified>
</cp:coreProperties>
</file>